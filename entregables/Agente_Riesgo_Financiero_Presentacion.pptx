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c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417320" cy="569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74519"/>
            <a:ext cx="8046720" cy="1417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Agente de An?lisis
de Riesgo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13232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D6E1F5"/>
                </a:solidFill>
                <a:latin typeface="Aptos"/>
              </a:rPr>
              <a:t>Una lectura inteligente, explicable y trazable de estados financieros en 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PROYECTO UNIVERSITARIO  ?  27 AGOSTO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33872"/>
            <a:ext cx="50749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PDF  ?  INDICADORES  ?  ALERTAS  ?  RAG  ?  RESPUESTA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900" b="1">
                <a:solidFill>
                  <a:srgbClr val="2E6FF2"/>
                </a:solidFill>
                <a:latin typeface="Aptos"/>
              </a:rPr>
              <a:t>02  /  PROBLEMA Y SOLUCI?N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15468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TCS  |  AGENTE DE RIESGO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73152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Del documento extenso a una decisi?n clara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7772400" cy="29260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El agente concentra en segundos las se?ales que el analista necesita revisar.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51206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64008" cy="3246120"/>
          </a:xfrm>
          <a:prstGeom prst="roundRect">
            <a:avLst>
              <a:gd name="adj" fmla="val 12000"/>
            </a:avLst>
          </a:prstGeom>
          <a:solidFill>
            <a:srgbClr val="C44646"/>
          </a:solidFill>
          <a:ln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4709159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1">
                <a:solidFill>
                  <a:srgbClr val="0F2A5C"/>
                </a:solidFill>
                <a:latin typeface="Aptos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709159" cy="255117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Estados financieros extensos en PDF
? localizar cifras relevantes
? calcular ratios manualmente
? detectar se?ales de alerta
? interpretar lenguaje t?cnico
? responder preguntas sobre el documento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93392"/>
            <a:ext cx="51206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1993392"/>
            <a:ext cx="64008" cy="3246120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4709159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1">
                <a:solidFill>
                  <a:srgbClr val="0F2A5C"/>
                </a:solidFill>
                <a:latin typeface="Aptos"/>
              </a:rPr>
              <a:t>LA SOLUCI?N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709159" cy="255117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Una ruta ?nica y explicable para transformar el PDF en evidencia accionable.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3822191"/>
            <a:ext cx="713232" cy="502920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968496"/>
            <a:ext cx="658368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3913632"/>
            <a:ext cx="1371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9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822191"/>
            <a:ext cx="713232" cy="502920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8392" y="3968496"/>
            <a:ext cx="658368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Extracci?n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913632"/>
            <a:ext cx="1371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9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7072" y="3822191"/>
            <a:ext cx="932688" cy="502920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04504" y="3968496"/>
            <a:ext cx="877824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Indicadores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913632"/>
            <a:ext cx="1371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9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822191"/>
            <a:ext cx="713232" cy="502920"/>
          </a:xfrm>
          <a:prstGeom prst="roundRect">
            <a:avLst>
              <a:gd name="adj" fmla="val 12000"/>
            </a:avLst>
          </a:prstGeom>
          <a:solidFill>
            <a:srgbClr val="D39926"/>
          </a:solidFill>
          <a:ln>
            <a:solidFill>
              <a:srgbClr val="D3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20072" y="3968496"/>
            <a:ext cx="658368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Alertas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9024" y="3913632"/>
            <a:ext cx="1371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9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88752" y="3822191"/>
            <a:ext cx="713232" cy="502920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16184" y="3968496"/>
            <a:ext cx="658368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5136" y="3913632"/>
            <a:ext cx="1371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9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05311" y="3822191"/>
            <a:ext cx="713232" cy="502920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512296" y="3968496"/>
            <a:ext cx="658368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Respuesta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754880"/>
            <a:ext cx="448056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1">
                <a:solidFill>
                  <a:srgbClr val="0F2A5C"/>
                </a:solidFill>
                <a:latin typeface="Aptos"/>
              </a:rPr>
              <a:t>Menos trabajo manual  ?  m?s consistencia  ?  evidencia 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900" b="1">
                <a:solidFill>
                  <a:srgbClr val="2E6FF2"/>
                </a:solidFill>
                <a:latin typeface="Aptos"/>
              </a:rPr>
              <a:t>03  /  ARQUITECTURA 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15468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TCS  |  AGENTE DE RIESGO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73152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400" b="1">
                <a:solidFill>
                  <a:srgbClr val="0F2A5C"/>
                </a:solidFill>
                <a:latin typeface="Aptos"/>
              </a:rPr>
              <a:t>StateGraph + servicios especializados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7160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El estado viaja por nodos delgados; la l?gica vive en backend/agent.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176272"/>
            <a:ext cx="228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39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extractor_node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2176272"/>
            <a:ext cx="228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calculadora_node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3" y="2176272"/>
            <a:ext cx="228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D39926"/>
          </a:solidFill>
          <a:ln>
            <a:solidFill>
              <a:srgbClr val="D3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alertas_node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176272"/>
            <a:ext cx="228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respuesta_node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3224" y="2176272"/>
            <a:ext cx="228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6B7280"/>
                </a:solidFill>
                <a:latin typeface="Aptos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965960"/>
            <a:ext cx="1572768" cy="713232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2194560"/>
            <a:ext cx="1481328" cy="21945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246120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3246120"/>
            <a:ext cx="64008" cy="932688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13048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FinancialState ? TypedDict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246120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389120" y="3246120"/>
            <a:ext cx="64008" cy="932688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813048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Chunks + TF-IDF + similitud coseno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246120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92440" y="3246120"/>
            <a:ext cx="64008" cy="932688"/>
          </a:xfrm>
          <a:prstGeom prst="roundRect">
            <a:avLst>
              <a:gd name="adj" fmla="val 12000"/>
            </a:avLst>
          </a:prstGeom>
          <a:solidFill>
            <a:srgbClr val="C44646"/>
          </a:solidFill>
          <a:ln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3429000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813048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Groq ? GPT-OSS 20B / 120B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590288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5800" y="4590288"/>
            <a:ext cx="64008" cy="932688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773168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FastAPI ? /analizar ? /preguntar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590288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389120" y="4590288"/>
            <a:ext cx="64008" cy="932688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4773168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PERSISTENCIA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157216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SQLite ? cada an?lisis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4590288"/>
            <a:ext cx="34290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092440" y="4590288"/>
            <a:ext cx="64008" cy="932688"/>
          </a:xfrm>
          <a:prstGeom prst="roundRect">
            <a:avLst>
              <a:gd name="adj" fmla="val 12000"/>
            </a:avLst>
          </a:prstGeom>
          <a:solidFill>
            <a:srgbClr val="D39926"/>
          </a:solidFill>
          <a:ln>
            <a:solidFill>
              <a:srgbClr val="D3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4773168"/>
            <a:ext cx="30175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Aptos"/>
              </a:rPr>
              <a:t>OBSERVABILIDAD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157216"/>
            <a:ext cx="3017520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MLflow ? run y m?tricas por nodo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989320"/>
            <a:ext cx="1042416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Streamlit ? interfaz de demostraci?n  |  PyMuPDF ? extracci?n  |  pytest ? validaci?n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900" b="1">
                <a:solidFill>
                  <a:srgbClr val="2E6FF2"/>
                </a:solidFill>
                <a:latin typeface="Aptos"/>
              </a:rPr>
              <a:t>04  /  EVIDENCIA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15468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TCS  |  AGENTE DE RIESGO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64008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Evidencia de una ejecuci?n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7160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PDF sint?tico procesado de principio 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46634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ronten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29968"/>
            <a:ext cx="4352544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833872"/>
            <a:ext cx="4114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Captura real ? 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74519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23560" y="1874519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149670"/>
          </a:solidFill>
          <a:ln>
            <a:solidFill>
              <a:srgbClr val="149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2057400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41448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tests pasan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874519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41080" y="1874519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2E6FF2"/>
          </a:solidFill>
          <a:ln>
            <a:solidFill>
              <a:srgbClr val="2E6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2057400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441448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indicadores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306324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23560" y="3063240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D39926"/>
          </a:solidFill>
          <a:ln>
            <a:solidFill>
              <a:srgbClr val="D3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3246120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630168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alertas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306324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41080" y="3063240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3246120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0F2A5C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630168"/>
            <a:ext cx="23317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fragmentos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434840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2E6FF2"/>
                </a:solidFill>
                <a:latin typeface="Aptos"/>
              </a:rPr>
              <a:t>IMPACTO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681728"/>
            <a:ext cx="283464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17233B"/>
                </a:solidFill>
                <a:latin typeface="Aptos"/>
              </a:rPr>
              <a:t>? reduce trabajo manual
? automatiza indicadores
? detecta se?ales de riesgo
? permite preguntar con fuente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434840"/>
            <a:ext cx="22860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2E6FF2"/>
                </a:solidFill>
                <a:latin typeface="Aptos"/>
              </a:rPr>
              <a:t>PR?XIMO PASO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681728"/>
            <a:ext cx="283464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17233B"/>
                </a:solidFill>
                <a:latin typeface="Aptos"/>
              </a:rPr>
              <a:t>? ampliar documentos
? enriquecer indicadores
? calibrar reglas por sector
? mejorar precisi?n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6053328"/>
            <a:ext cx="5669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SQLite y MLflow verificados  ?  Backend HTTP 200  ?  Frontend activo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368</Words>
  <Application>Microsoft Office PowerPoint</Application>
  <PresentationFormat>Panorámica</PresentationFormat>
  <Paragraphs>70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Dayra Rodas</cp:lastModifiedBy>
  <cp:revision>1</cp:revision>
  <dcterms:created xsi:type="dcterms:W3CDTF">2013-01-27T09:14:16Z</dcterms:created>
  <dcterms:modified xsi:type="dcterms:W3CDTF">2026-08-27T21:56:11Z</dcterms:modified>
  <cp:category/>
</cp:coreProperties>
</file>